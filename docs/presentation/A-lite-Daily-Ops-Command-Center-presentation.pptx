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9601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A-lite Daily Ops Command Center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3000" y="1719072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ระบบจัดการงานปฏิบัติการประจำวันสำหรับทีมดูแลห้องคอมของมหาวิทยาลัย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2423160"/>
            <a:ext cx="81838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907792"/>
            <a:ext cx="3108960" cy="768096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/ Supervisor / 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บทบาทผู้ใช้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44568" y="2907792"/>
            <a:ext cx="3108960" cy="768096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Checklist / Incident /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โมดูลหลัก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09560" y="2907792"/>
            <a:ext cx="3108960" cy="768096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Internal Web Application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3337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รูปแบบระบบ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93268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เป้าหมาย: รวมข้อมูลการตรวจเช็ก เหตุผิดปกติ และภาพรวมงานไว้ในระบบเดียว</a:t>
            </a:r>
            <a:endParaRPr lang="en-US" sz="1500" dirty="0"/>
          </a:p>
          <a:p>
            <a:r>
              <a:rPr lang="en-US" sz="15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การนำเสนอ: ที่มาและความสำคัญ, ขอบเขต, เครื่องมือ, การออกแบบระบบ, data model และ data dictionary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ที่มาและความสำคัญของปัญหา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ห้องคอมพิวเตอร์เป็นพื้นที่ให้บริการด้านการเรียนการสอน การปฏิบัติการ และอุปกรณ์เทคโนโลยีสารสนเทศ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ผู้ปฏิบัติงานต้องตรวจสอบความพร้อมของห้อง อุปกรณ์ เครือข่าย และสภาพแวดล้อมตามช่วงงาน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ระบบงานเดิมอาศัยกระดาษ ไฟล์แยก หรือการสื่อสารผ่านช่องทางสนทนา ทำให้ข้อมูลกระจัดกระจาย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เมื่อข้อมูลไม่รวมศูนย์ การติดตามสถานะ การทบทวนย้อนหลัง และการตัดสินใจของผู้ดูแลจึงล่าช้า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ปัญหาระบบงานเดิม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Cause and Effect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34340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วิธีทำงานเดิม: กระดาษ ไฟล์แยก และข้อมูลจากแต่ละคน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เครื่องมือและข้อมูล: ไม่มีศูนย์กลางของสถานะงานและประวัติเหตุผิดปกติ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ห้องและบริบทหน้างาน: เห็นไม่ชัดว่าปัญหาเกิดที่ห้องใดและเวลาใด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ผลกระทบ: ข้อมูลตกหล่น ติดตามย้อนหลังยาก และการตัดสินใจล่าช้า</a:t>
            </a:r>
            <a:endParaRPr lang="en-US" sz="1400" dirty="0"/>
          </a:p>
        </p:txBody>
      </p:sp>
      <p:pic>
        <p:nvPicPr>
          <p:cNvPr id="7" name="Image 0" descr="/home/home_pc/projects/Daily Ops Command Center/docs/chapter3-diagrams/ch3-01-cause-effect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43000"/>
            <a:ext cx="598932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5669280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ภาพก้างปลา Cause and Effect ของระบบงานเดิม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วัตถุประสงค์ของโครงงาน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วิเคราะห์และออกแบบระบบจัดการงานปฏิบัติการประจำวันสำหรับทีมดูแลห้องคอมของมหาวิทยาลัย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พัฒนาเว็บแอปพลิเคชันที่รองรับการตรวจเช็กรายการประจำวัน การแจ้งเหตุผิดปกติ และการติดตามภาพรวมในระบบเดียว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จัดเก็บข้อมูลการปฏิบัติงานและเหตุผิดปกติให้ตรวจสอบย้อนหลังและใช้ประกอบการทบทวนงานได้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ประเมินความเหมาะสมของระบบจากการทดสอบการทำงานและความคิดเห็นของผู้เกี่ยวข้อง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ขอบเขตโครงงานและบทบาทผู้ใช้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Scope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Admin: จัดการบัญชีผู้ใช้ บทบาท สถานะการใช้งาน และแม่แบบรายการตรวจเช็ก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Supervisor: ติดตามภาพรวมงาน ตรวจสอบรายการเหตุผิดปกติ และปรับปรุงสถานะการดำเนินงาน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Staff: เลือกห้องและช่วงงาน ดำเนินการตรวจเช็กประจำวัน และแจ้งเหตุผิดปกติเมื่อพบปัญหา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ระบบไม่รวม public signup, notification เต็มรูปแบบ, approval workflow, machine registry, analytics warehouse, mobile app แยก หรือ AI/copilot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เครื่องมือและเทคโนโลยีที่ใช้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Tools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PHP และ Laravel Framework: ใช้พัฒนาโครงสร้างฝั่งเซิร์ฟเวอร์ routing, middleware, Eloquent ORM และ migrations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Laravel Fortify: ใช้สนับสนุนระบบ authentication สำหรับผู้ใช้ภายใน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Livewire และ Flux: ใช้สร้างหน้าจอโต้ตอบ เช่น checklist, incident และ dashboard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Tailwind CSS และ Vite: ใช้จัดรูปแบบหน้าจอและ build frontend assets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ฐานข้อมูลเชิงสัมพันธ์, Composer, NPM, Laravel Pint และ Pest/Laravel Test: ใช้จัดเก็บข้อมูล จัดการ dependency ตรวจรูปแบบโค้ด และทดสอบ workflow หลัก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ภาพรวมระบบงานใหม่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System Flowchart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34340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ระบบรวม checklist, incident และ dashboard ไว้ในแหล่งข้อมูลเดียว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เลือกห้องและช่วงงาน จากนั้นเปิดหน้า checklist ของวันและบันทึกผล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เมื่อพบเหตุผิดปกติ Staff สร้าง incident พร้อมรายละเอียดและหลักฐานเมื่อมี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Supervisor และ Admin ติดตามผ่านแดชบอร์ดหรือรายการเหตุผิดปกติ และอัปเดตสถานะเมื่อจำเป็น</a:t>
            </a:r>
            <a:endParaRPr lang="en-US" sz="1400" dirty="0"/>
          </a:p>
        </p:txBody>
      </p:sp>
      <p:pic>
        <p:nvPicPr>
          <p:cNvPr id="7" name="Image 0" descr="/home/home_pc/projects/Daily Ops Command Center/docs/chapter3-diagrams/ch3-02-system-flowchart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15568"/>
            <a:ext cx="617220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596188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ภาพรวม flow ของระบบงานใหม่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Context Diagram และผู้เกี่ยวข้อง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Context Diagram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34340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ระบบกลางคือ A-lite Daily Ops Command Center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External entities มี 3 กลุ่ม: Staff, Supervisor และ Admin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Staff ส่งข้อมูลเลือกห้อง/ช่วงงาน ข้อมูลตรวจเช็ก และข้อมูลเหตุผิดปกติ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Supervisor และ Admin ติดตามภาพรวม อัปเดตสถานะ และรับข้อมูล dashboard/history จากระบบ</a:t>
            </a:r>
            <a:endParaRPr lang="en-US" sz="1400" dirty="0"/>
          </a:p>
        </p:txBody>
      </p:sp>
      <p:pic>
        <p:nvPicPr>
          <p:cNvPr id="7" name="Image 0" descr="/home/home_pc/projects/Daily Ops Command Center/docs/chapter3-diagrams/ch3-03-context-diagram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170432"/>
            <a:ext cx="603504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13248" y="57424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Context Diagram Level 0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1: กระบวนการหลักของระบบ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34340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5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1.0 จัดการผู้ใช้และสิทธิ์</a:t>
            </a:r>
            <a:endParaRPr lang="en-US" sz="1350" dirty="0"/>
          </a:p>
          <a:p>
            <a:r>
              <a:rPr lang="en-US" sz="135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2.0 จัดการแม่แบบรายการตรวจ</a:t>
            </a:r>
            <a:endParaRPr lang="en-US" sz="1350" dirty="0"/>
          </a:p>
          <a:p>
            <a:r>
              <a:rPr lang="en-US" sz="135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3.0 ดำเนินการตรวจเช็กประจำวัน</a:t>
            </a:r>
            <a:endParaRPr lang="en-US" sz="1350" dirty="0"/>
          </a:p>
          <a:p>
            <a:r>
              <a:rPr lang="en-US" sz="135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4.0 จัดการเหตุผิดปกติ</a:t>
            </a:r>
            <a:endParaRPr lang="en-US" sz="1350" dirty="0"/>
          </a:p>
          <a:p>
            <a:r>
              <a:rPr lang="en-US" sz="135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5.0 ติดตามภาพรวมและทบทวนประวัติ</a:t>
            </a:r>
            <a:endParaRPr lang="en-US" sz="1350" dirty="0"/>
          </a:p>
        </p:txBody>
      </p:sp>
      <p:pic>
        <p:nvPicPr>
          <p:cNvPr id="7" name="Image 0" descr="/home/home_pc/projects/Daily Ops Command Center/docs/chapter3-diagrams/ch3-04-dfd-level1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078992"/>
            <a:ext cx="640080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4920" y="59253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1 ของระบบ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2: Workflow สำคัญที่ควรเล่า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DFD Level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Process 3.0: ตรวจสอบผู้ปฏิบัติงาน รับข้อมูลห้องและช่วงงาน ค้นหาแม่แบบ checklist สร้าง/ใช้รอบการตรวจ และบันทึกผล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Process 4.0: Staff สร้าง incident, ระบบบันทึก incident/activity, Supervisor หรือ Admin อัปเดตสถานะและข้อมูลติดตาม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Process 5.0: Supervisor หรือ Admin ขอข้อมูลภาพรวม ระบบอ่าน D4, D5 และ D6 เพื่อสร้าง dashboard, history และเอกสารสรุป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หากกรรมการถามรายละเอียดเส้นข้อมูล ให้เปิด DFD Level 2 ในเล่มประกอบการอธิบาย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Model: ERD ของระบบ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4343400" cy="4892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ระบบมี 8 entities หลัก: users, rooms, checklist_templates, checklist_items, checklist_runs, checklist_run_items, incidents และ incident_activities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ฝั่ง checklist เชื่อมแม่แบบ รายการตรวจ รอบการตรวจ และผลการตรวจ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ฝั่ง incident เชื่อมห้อง เหตุผิดปกติ ผู้รับผิดชอบ และกิจกรรมของเหตุผิดปกติ</a:t>
            </a:r>
            <a:endParaRPr lang="en-US" sz="1400" dirty="0"/>
          </a:p>
          <a:p>
            <a:r>
              <a:rPr lang="en-US" sz="14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users เชื่อมกับการสร้าง/ส่งรอบการตรวจ การตรวจรายการ การแจ้งเหตุ และ activity log</a:t>
            </a:r>
            <a:endParaRPr lang="en-US" sz="1400" dirty="0"/>
          </a:p>
        </p:txBody>
      </p:sp>
      <p:pic>
        <p:nvPicPr>
          <p:cNvPr id="7" name="Image 0" descr="/home/home_pc/projects/Daily Ops Command Center/docs/chapter3-diagrams/ch3-08-erd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51560"/>
            <a:ext cx="6629400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5852160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ERD ของระบบ A-lite Daily Ops Command Center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Dictionary: ตารางข้อมูลสำคัญ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Dictionary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Dictionary อธิบาย Attribute, Description, Type, Constraint และ Null ของแต่ละตาราง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กลุ่มผู้ใช้และพื้นที่: users, rooms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กลุ่ม checklist: checklist_templates, checklist_items, checklist_runs, checklist_run_items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กลุ่ม incident: incidents, incident_activities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รายละเอียดบางฟิลด์เกี่ยวกับ authentication แสดงใน Data Dictionary แม้ไม่ได้แสดงใน ERD เพื่อให้แผนภาพอ่านง่าย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ไม่ควรวาง data dictionary ทั้งหมดบนสไลด์ ให้เปิดเล่มเมื่อจำเป็นต้องดูราย attribute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ผลการพัฒนาระบบที่ได้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รองรับการเข้าสู่ระบบและแยกบทบาทผู้ใช้ตาม Admin, Supervisor และ Staff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รองรับการจัดการผู้ใช้และแม่แบบรายการตรวจสำหรับผู้ดูแลระบบ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รองรับการเลือกห้อง ดำเนินการตรวจเช็กประจำวัน และบันทึกผลรายการตรวจ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รองรับการแจ้งเหตุผิดปกติ การแนบหลักฐาน การติดตามคิวปัญหา การปรับสถานะ และการดูประวัติ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มีแดชบอร์ดสำหรับแสดงสถานะงานประจำวัน รายการที่ต้องติดตาม และภาพรวมของข้อมูลที่เกี่ยวข้อง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มีหน้า printable checklist recap และ incident summary สำหรับใช้เป็นหลักฐานประกอบการทบทวน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สรุปผลและประโยชน์ที่ได้รับ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ระบบช่วยรวมข้อมูลการตรวจเช็ก เหตุผิดปกติ และภาพรวมงานไว้ในศูนย์กลางเดียว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ช่วยลดการพึ่งพากระดาษ ไฟล์แยก และการสื่อสารแบบกระจัดกระจาย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ทำให้ Staff, Supervisor และ Admin มีหน้าที่ชัดเจนตามบทบาทของตน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ช่วยให้ตรวจสอบย้อนหลังและใช้ข้อมูลเป็นหลักฐานประกอบการทบทวนงานได้ดีขึ้น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ระบบอยู่ในระดับต้นแบบพร้อมสาธิต และเหมาะกับขอบเขตโครงงานจบระดับนักศึกษา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11686032" cy="645566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ข้อจำกัดและแนวทางพัฒนาต่อ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89720" y="411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1104595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1019556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ข้อจำกัดหลักคือการพัฒนาโดยผู้พัฒนาคนเดียว จึงต้องควบคุมขอบเขตให้พัฒนาและตรวจสอบได้จริง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การทดสอบเน้น workflow หลักในสภาพแวดล้อมการพัฒนา มากกว่าการใช้งานจริงพร้อมกันจำนวนมาก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แนวทางพัฒนาต่อ: เพิ่มระบบแจ้งเตือนพื้นฐานสำหรับเหตุผิดปกติใหม่หรือใกล้ครบกำหนดติดตาม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ต่อยอดการพิมพ์หรือส่งออกสรุปรายงานตามช่วงเวลาให้สมบูรณ์ขึ้น</a:t>
            </a:r>
            <a:endParaRPr lang="en-US" sz="1600" dirty="0"/>
          </a:p>
          <a:p>
            <a:r>
              <a:rPr lang="en-US" sz="1600" dirty="0">
                <a:solidFill>
                  <a:srgbClr val="1F29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ปรับปรุงการแสดงผลบนหน้าจอขนาดเล็กเพื่อให้ Staff ใช้ระหว่างเดินตรวจห้องได้สะดวกขึ้น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09960" y="62362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7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A-lite Daily Ops Command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A-lite Daily Ops Command Center</dc:title>
  <dc:subject>Student project presentation</dc:subject>
  <dc:creator>A-lite Daily Ops Command Center</dc:creator>
  <cp:lastModifiedBy>A-lite Daily Ops Command Center</cp:lastModifiedBy>
  <cp:revision>1</cp:revision>
  <dcterms:created xsi:type="dcterms:W3CDTF">2026-05-01T01:34:03Z</dcterms:created>
  <dcterms:modified xsi:type="dcterms:W3CDTF">2026-05-01T01:34:03Z</dcterms:modified>
</cp:coreProperties>
</file>